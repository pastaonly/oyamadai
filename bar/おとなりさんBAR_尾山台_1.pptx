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88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おとなりさんBAR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8B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〜尾山台〜  #1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19050">
            <a:solidFill>
              <a:srgbClr val="D4944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尾山台に関わる人たちが集まる、カジュアルな出会いの場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D2E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会場：タタタ｜会費：1,500円（軽食付）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おとなりさんBAR とは？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846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altLang="ja-JP" sz="1050" b="1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822960" y="1188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尾山台に関わる人たちが集まり、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お互いのことを知るための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カジュアルな飲み会です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毎回3名のゲストが登壇し、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「自分はどんな人なのか」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「尾山台とどんな関わりがあるのか」を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5〜7分で自己紹介。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話をきっかけに「はじめまして」が生まれ、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新しいつながりが広がる場をつくります。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1097280"/>
            <a:ext cx="3429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1234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参加者 </a:t>
            </a:r>
            <a:endParaRPr lang="en-US" sz="11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15〜20名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577840" y="2286000"/>
            <a:ext cx="3429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6355080" y="2423160"/>
            <a:ext cx="11448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会費</a:t>
            </a: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（</a:t>
            </a:r>
            <a:r>
              <a:rPr lang="en-US" sz="1100" dirty="0" err="1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食事代</a:t>
            </a: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1,500円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577840" y="3474720"/>
            <a:ext cx="3429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7033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5508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 </a:t>
            </a:r>
            <a:endParaRPr lang="en-US" sz="11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タタタ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軽食付・ドリンクはキャッシュオンで注文できます</a:t>
            </a:r>
            <a:endParaRPr lang="en-US" sz="11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2FFA53E3-699C-7901-700A-E1314A1643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358" y="2571750"/>
            <a:ext cx="409621" cy="409621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8A7C2E5-F190-52F0-5CBB-43A97CB254E7}"/>
              </a:ext>
            </a:extLst>
          </p:cNvPr>
          <p:cNvSpPr txBox="1"/>
          <p:nvPr/>
        </p:nvSpPr>
        <p:spPr>
          <a:xfrm>
            <a:off x="7772400" y="2565317"/>
            <a:ext cx="1371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ドリンク</a:t>
            </a:r>
            <a:endParaRPr lang="en-US" altLang="ja-JP" sz="1100" dirty="0">
              <a:solidFill>
                <a:srgbClr val="6B59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ja-JP" altLang="en-US" sz="1200" b="1"/>
              <a:t>キャッシュオン</a:t>
            </a:r>
            <a:endParaRPr lang="ja-JP" altLang="en-US" sz="120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9EE67B1-DE62-4F98-6AA9-88BE175CF7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9089" y="2524171"/>
            <a:ext cx="508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こんな人たちが集まります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64008" cy="1737360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尾山台に住んでいる人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地元の暮らしや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お気に入りスポットを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シェアしてくれる方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4800600" y="1097280"/>
            <a:ext cx="64008" cy="1737360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5074920" y="1371600"/>
            <a:ext cx="502920" cy="502920"/>
          </a:xfrm>
          <a:prstGeom prst="ellipse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5074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お店をやっている人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6072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商店街や周辺で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お店を営む方。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顔の見える関係づくり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2004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64008" cy="1737360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1732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これから起業したい人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17320" y="3977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尾山台で新しいことを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始めたい方。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仲間や情報を探している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800600" y="32004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1"/>
          <p:cNvSpPr/>
          <p:nvPr/>
        </p:nvSpPr>
        <p:spPr>
          <a:xfrm>
            <a:off x="4800600" y="3200400"/>
            <a:ext cx="64008" cy="1737360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2"/>
          <p:cNvSpPr/>
          <p:nvPr/>
        </p:nvSpPr>
        <p:spPr>
          <a:xfrm>
            <a:off x="5074920" y="3474720"/>
            <a:ext cx="502920" cy="502920"/>
          </a:xfrm>
          <a:prstGeom prst="ellipse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50749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76072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引っ越す予定の人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760720" y="3977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これから尾山台へ。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住む前からご近所さんと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つながれる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登壇発表の構成（max7分）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スライドを使った発表はあくまで「自己紹介</a:t>
            </a:r>
            <a:r>
              <a:rPr lang="en-US" sz="1300" i="1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」。</a:t>
            </a:r>
          </a:p>
          <a:p>
            <a:pPr marL="0" indent="0">
              <a:buNone/>
            </a:pPr>
            <a:r>
              <a:rPr lang="en-US" sz="1300" i="1" dirty="0" err="1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エピソードトークはテーブルトークに取っておこう</a:t>
            </a:r>
            <a:r>
              <a:rPr lang="en-US" sz="1300" i="1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560320" cy="64008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315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人となり・これまで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560320"/>
            <a:ext cx="2011680" cy="0"/>
          </a:xfrm>
          <a:prstGeom prst="line">
            <a:avLst/>
          </a:prstGeom>
          <a:noFill/>
          <a:ln w="12700">
            <a:solidFill>
              <a:srgbClr val="F5E0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73152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出身地 / 部活 / アルバイト歴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9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あなたのルーツを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9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教えてください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91840" y="14630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3291840" y="1463040"/>
            <a:ext cx="2560320" cy="64008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35661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66160" y="2560320"/>
            <a:ext cx="2011680" cy="0"/>
          </a:xfrm>
          <a:prstGeom prst="line">
            <a:avLst/>
          </a:prstGeom>
          <a:noFill/>
          <a:ln w="12700">
            <a:solidFill>
              <a:srgbClr val="F5E0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356616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これまでの仕事 / 今の仕事 / 感じていること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56616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9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どんなことを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9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してきたか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26480" y="14630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6126480" y="1463040"/>
            <a:ext cx="2560320" cy="64008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4008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これからについて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0800" y="2560320"/>
            <a:ext cx="2011680" cy="0"/>
          </a:xfrm>
          <a:prstGeom prst="line">
            <a:avLst/>
          </a:prstGeom>
          <a:noFill/>
          <a:ln w="12700">
            <a:solidFill>
              <a:srgbClr val="F5E0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640080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やりたいこと / 興味 / 尾山台との関わり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9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未来の話を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9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聞かせてください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発表後の質疑はテーブルトークの時間で。拍手で次の登壇者へ。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今日の流れ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508760" y="1188720"/>
            <a:ext cx="0" cy="3657600"/>
          </a:xfrm>
          <a:prstGeom prst="line">
            <a:avLst/>
          </a:prstGeom>
          <a:noFill/>
          <a:ln w="25400">
            <a:solidFill>
              <a:srgbClr val="F5E0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1371600" y="1051560"/>
            <a:ext cx="274320" cy="274320"/>
          </a:xfrm>
          <a:prstGeom prst="ellipse">
            <a:avLst/>
          </a:prstGeom>
          <a:solidFill>
            <a:srgbClr val="F5E0C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82880" y="10332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74520" y="1033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開場・受付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74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着席・軽食・名札記入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371600" y="1783080"/>
            <a:ext cx="274320" cy="274320"/>
          </a:xfrm>
          <a:prstGeom prst="ellipse">
            <a:avLst/>
          </a:prstGeom>
          <a:solidFill>
            <a:srgbClr val="F5E0C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182880" y="17647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87452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オープニング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8745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趣旨説明・流れの共有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71600" y="2428884"/>
            <a:ext cx="274320" cy="274320"/>
          </a:xfrm>
          <a:prstGeom prst="ellipse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182880" y="24105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874520" y="24105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登壇発表 × 3名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874520" y="27032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各5〜7分程度の自己紹介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371600" y="3154680"/>
            <a:ext cx="274320" cy="274320"/>
          </a:xfrm>
          <a:prstGeom prst="ellipse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182880" y="3136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87452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テーブルトーク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87452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3テーブル巡回。登壇者と直接話せる</a:t>
            </a:r>
          </a:p>
        </p:txBody>
      </p:sp>
      <p:sp>
        <p:nvSpPr>
          <p:cNvPr id="22" name="Shape 19"/>
          <p:cNvSpPr/>
          <p:nvPr/>
        </p:nvSpPr>
        <p:spPr>
          <a:xfrm>
            <a:off x="1371600" y="4014216"/>
            <a:ext cx="274320" cy="274320"/>
          </a:xfrm>
          <a:prstGeom prst="ellipse">
            <a:avLst/>
          </a:prstGeom>
          <a:solidFill>
            <a:srgbClr val="F5E0C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182880" y="39959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87452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自由歓談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87452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次回告知・写真撮影など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371600" y="4681728"/>
            <a:ext cx="274320" cy="274320"/>
          </a:xfrm>
          <a:prstGeom prst="ellipse">
            <a:avLst/>
          </a:prstGeom>
          <a:solidFill>
            <a:srgbClr val="F5E0C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182880" y="4663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87452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終了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303520" y="1097280"/>
            <a:ext cx="33832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7"/>
          <p:cNvSpPr/>
          <p:nvPr/>
        </p:nvSpPr>
        <p:spPr>
          <a:xfrm>
            <a:off x="5303520" y="1097280"/>
            <a:ext cx="64008" cy="1828800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280160"/>
            <a:ext cx="411480" cy="4114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12648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テーブルトーク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5577840" y="1828800"/>
            <a:ext cx="30457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３つのテーブルを登壇者が巡回する方式。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 err="1">
                <a:solidFill>
                  <a:srgbClr val="6B5940"/>
                </a:solidFill>
                <a:latin typeface="Calibri" pitchFamily="34" charset="0"/>
                <a:cs typeface="Calibri" pitchFamily="34" charset="-120"/>
              </a:rPr>
              <a:t>少人数で話せるので関係性が作りやすい</a:t>
            </a:r>
            <a:r>
              <a:rPr lang="en-US" sz="1200" dirty="0">
                <a:solidFill>
                  <a:srgbClr val="6B5940"/>
                </a:solidFill>
                <a:latin typeface="Calibri" pitchFamily="34" charset="0"/>
                <a:cs typeface="Calibri" pitchFamily="34" charset="-120"/>
              </a:rPr>
              <a:t>！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5940"/>
                </a:solidFill>
                <a:latin typeface="Calibri" pitchFamily="34" charset="0"/>
                <a:cs typeface="Calibri" pitchFamily="34" charset="-120"/>
              </a:rPr>
              <a:t>１テーブルごと約20分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303520" y="3246120"/>
            <a:ext cx="3383280" cy="1526602"/>
          </a:xfrm>
          <a:prstGeom prst="rect">
            <a:avLst/>
          </a:prstGeom>
          <a:solidFill>
            <a:srgbClr val="2A1F1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401568"/>
            <a:ext cx="365760" cy="3657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08076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本番はテーブルトーク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5577840" y="3858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発表はあくまで「入口」。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エピソードと会話で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「はじめまして」が深まります。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目指すもの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E8B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人の登壇者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749040"/>
            <a:ext cx="2743200" cy="0"/>
          </a:xfrm>
          <a:prstGeom prst="line">
            <a:avLst/>
          </a:prstGeom>
          <a:noFill/>
          <a:ln w="19050">
            <a:solidFill>
              <a:srgbClr val="D4944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登壇者プロフィールを蓄積・公開し、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尾山台のゆるやかな人名鑑をつくる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D2E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#2  #3  #4  #5  …  定期開催していきます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44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それでは、はじめましょう！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B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乾杯！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0" y="4297680"/>
            <a:ext cx="2743200" cy="0"/>
          </a:xfrm>
          <a:prstGeom prst="line">
            <a:avLst/>
          </a:prstGeom>
          <a:noFill/>
          <a:ln w="19050">
            <a:solidFill>
              <a:srgbClr val="D4944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D2E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9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おとなりさんBAR 〜尾山台〜 #1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273</Words>
  <Application>Microsoft Macintosh PowerPoint</Application>
  <PresentationFormat>画面に合わせる (16:9)</PresentationFormat>
  <Paragraphs>106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おとなりさんBAR 〜尾山台〜 #1</dc:title>
  <dc:subject>PptxGenJS Presentation</dc:subject>
  <dc:creator>fujiwara</dc:creator>
  <cp:lastModifiedBy>藤原士朗</cp:lastModifiedBy>
  <cp:revision>3</cp:revision>
  <cp:lastPrinted>2026-04-11T02:37:59Z</cp:lastPrinted>
  <dcterms:created xsi:type="dcterms:W3CDTF">2026-04-08T03:34:18Z</dcterms:created>
  <dcterms:modified xsi:type="dcterms:W3CDTF">2026-04-11T02:45:23Z</dcterms:modified>
</cp:coreProperties>
</file>